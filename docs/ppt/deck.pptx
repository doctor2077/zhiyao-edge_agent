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4937760"/>
          </a:xfrm>
          <a:prstGeom prst="ellipse">
            <a:avLst/>
          </a:prstGeom>
          <a:solidFill>
            <a:srgbClr val="6E6E6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4206240" cy="2468880"/>
          </a:xfrm>
          <a:prstGeom prst="ellipse">
            <a:avLst/>
          </a:prstGeom>
          <a:solidFill>
            <a:srgbClr val="6E6E6E">
              <a:alpha val="8000"/>
            </a:srgbClr>
          </a:solidFill>
          <a:ln/>
        </p:spPr>
      </p:sp>
      <p:pic>
        <p:nvPicPr>
          <p:cNvPr id="4" name="Image 0" descr="C:\Users\axron\Desktop\kuozhan\docs\brand\bw3\logo-D1-icon-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696" y="118872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执要 Agent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3584448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圣人执要 · 四方来效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997196" y="4443984"/>
            <a:ext cx="2194560" cy="27432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8172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Zhiyao Agent  ·  Edge 侧边栏网页 AI 助手  ·  BYOK 纯本地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1440" cy="4937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问题：AI 与网页之间，隔着一次复制粘贴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920240" y="2304288"/>
            <a:ext cx="82296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它是什么：住在侧边栏里的网页助手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920240" y="3127248"/>
            <a:ext cx="82296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核心技能：读懂、动手、技能商店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920240" y="3950208"/>
            <a:ext cx="82296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安全设计：每一步都由你点头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920240" y="4773168"/>
            <a:ext cx="82296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937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4937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为什么不一样：无后端 · BYOK · 数据不出本机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920240" y="5596128"/>
            <a:ext cx="8229600" cy="9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760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5760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工程实现与总结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200400" cy="3200400"/>
          </a:xfrm>
          <a:prstGeom prst="ellipse">
            <a:avLst/>
          </a:prstGeom>
          <a:solidFill>
            <a:srgbClr val="6E6E6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会思考，却看不见你眼前的这一页。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一个每天被忽略的断层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看懂一个网页，今天要走五步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706270" cy="2011680"/>
          </a:xfrm>
          <a:prstGeom prst="roundRect">
            <a:avLst>
              <a:gd name="adj" fmla="val 5359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1706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14319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选中内容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83510" y="3200400"/>
            <a:ext cx="365760" cy="365760"/>
          </a:xfrm>
          <a:prstGeom prst="rtTriangle">
            <a:avLst/>
          </a:prstGeom>
          <a:solidFill>
            <a:srgbClr val="6E6E6E"/>
          </a:solidFill>
          <a:ln/>
        </p:spPr>
      </p:sp>
      <p:sp>
        <p:nvSpPr>
          <p:cNvPr id="8" name="Shape 6"/>
          <p:cNvSpPr/>
          <p:nvPr/>
        </p:nvSpPr>
        <p:spPr>
          <a:xfrm>
            <a:off x="2986430" y="2377440"/>
            <a:ext cx="1706270" cy="2011680"/>
          </a:xfrm>
          <a:prstGeom prst="roundRect">
            <a:avLst>
              <a:gd name="adj" fmla="val 5359"/>
            </a:avLst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2986430" y="2560320"/>
            <a:ext cx="1706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23590" y="3200400"/>
            <a:ext cx="14319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38421" y="3200400"/>
            <a:ext cx="365760" cy="365760"/>
          </a:xfrm>
          <a:prstGeom prst="rtTriangle">
            <a:avLst/>
          </a:prstGeom>
          <a:solidFill>
            <a:srgbClr val="6E6E6E"/>
          </a:solidFill>
          <a:ln/>
        </p:spPr>
      </p:sp>
      <p:sp>
        <p:nvSpPr>
          <p:cNvPr id="12" name="Shape 10"/>
          <p:cNvSpPr/>
          <p:nvPr/>
        </p:nvSpPr>
        <p:spPr>
          <a:xfrm>
            <a:off x="5241341" y="2377440"/>
            <a:ext cx="1706270" cy="2011680"/>
          </a:xfrm>
          <a:prstGeom prst="roundRect">
            <a:avLst>
              <a:gd name="adj" fmla="val 5359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5241341" y="2560320"/>
            <a:ext cx="1706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78501" y="3200400"/>
            <a:ext cx="14319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切到 AI 标签页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3331" y="3200400"/>
            <a:ext cx="365760" cy="365760"/>
          </a:xfrm>
          <a:prstGeom prst="rtTriangle">
            <a:avLst/>
          </a:prstGeom>
          <a:solidFill>
            <a:srgbClr val="6E6E6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6251" y="2377440"/>
            <a:ext cx="1706270" cy="2011680"/>
          </a:xfrm>
          <a:prstGeom prst="roundRect">
            <a:avLst>
              <a:gd name="adj" fmla="val 5359"/>
            </a:avLst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6251" y="2560320"/>
            <a:ext cx="1706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33411" y="3200400"/>
            <a:ext cx="14319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粘贴并提问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48242" y="3200400"/>
            <a:ext cx="365760" cy="365760"/>
          </a:xfrm>
          <a:prstGeom prst="rtTriangle">
            <a:avLst/>
          </a:prstGeom>
          <a:solidFill>
            <a:srgbClr val="6E6E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751162" y="2377440"/>
            <a:ext cx="1706270" cy="2011680"/>
          </a:xfrm>
          <a:prstGeom prst="roundRect">
            <a:avLst>
              <a:gd name="adj" fmla="val 5359"/>
            </a:avLst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9751162" y="2560320"/>
            <a:ext cx="1706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88322" y="3200400"/>
            <a:ext cx="14319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把答案抄回网页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3502152" cy="3657600"/>
          </a:xfrm>
          <a:prstGeom prst="ellipse">
            <a:avLst/>
          </a:prstGeom>
          <a:solidFill>
            <a:srgbClr val="6E6E6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一个住在侧边栏里的网页助手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打开即读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自动读取当前页正文、视口与选区，不必先复制粘贴，打开面板信息已经就位。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164592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同屏对话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答案与页面并排显示，视线不用在标签页之间来回跳，追问也不会丢上下文。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不止于回答：点击、输入、滚动、改写文字，让它替你完成页面上的机械劳动。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402336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完全本地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4800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无后端、无账号体系，API Key 与对话记录只留在你自己的浏览器里。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打开侧边栏，它已经读完了这一页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04872" y="1293876"/>
            <a:ext cx="7379208" cy="4636008"/>
          </a:xfrm>
          <a:prstGeom prst="roundRect">
            <a:avLst>
              <a:gd name="adj" fmla="val 592"/>
            </a:avLst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pic>
        <p:nvPicPr>
          <p:cNvPr id="5" name="Image 0" descr="C:\Users\axron\Desktop\kuozhan\docs\store\assets\shot-1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876" y="1325880"/>
            <a:ext cx="73152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52744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真实界面：正文 4,213 字 · 视口 386 字 · 选区 0 字 · 约 128 tokens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三件事，构成它的全部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331464" cy="640080"/>
          </a:xfrm>
          <a:prstGeom prst="roundRect">
            <a:avLst>
              <a:gd name="adj" fmla="val 8571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331464" cy="3383280"/>
          </a:xfrm>
          <a:prstGeom prst="roundRect">
            <a:avLst>
              <a:gd name="adj" fmla="val 1647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28742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正文、视口、选区三档读取，页面脚本只在用户操作时按需注入，不做常驻内容脚本。换言之：你没提问的时候，它什么也看不见。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28744" y="1737360"/>
            <a:ext cx="3331464" cy="640080"/>
          </a:xfrm>
          <a:prstGeom prst="roundRect">
            <a:avLst>
              <a:gd name="adj" fmla="val 8571"/>
            </a:avLst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4428744" y="1737360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28744" y="2560320"/>
            <a:ext cx="3331464" cy="3383280"/>
          </a:xfrm>
          <a:prstGeom prst="roundRect">
            <a:avLst>
              <a:gd name="adj" fmla="val 164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657344" y="2743200"/>
            <a:ext cx="28742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个白名单工具，覆盖页面读取、交互操作、内容改写、页面净化与资源下载五类。默认每一步都先预览、再由你确认，它才真正动手。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968" y="1737360"/>
            <a:ext cx="3331464" cy="640080"/>
          </a:xfrm>
          <a:prstGeom prst="roundRect">
            <a:avLst>
              <a:gd name="adj" fmla="val 8571"/>
            </a:avLst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8125968" y="1737360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5968" y="2560320"/>
            <a:ext cx="3331464" cy="3383280"/>
          </a:xfrm>
          <a:prstGeom prst="roundRect">
            <a:avLst>
              <a:gd name="adj" fmla="val 1647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8354568" y="2743200"/>
            <a:ext cx="28742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个内置技能，点击即装即用，也支持导入 JSON 自定义。技能本质是注入给模型的指令包，不含任何可执行代码。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3502152" cy="3657600"/>
          </a:xfrm>
          <a:prstGeom prst="ellipse">
            <a:avLst/>
          </a:prstGeom>
          <a:solidFill>
            <a:srgbClr val="6E6E6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秀一下技能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个白名单工具，能做的不只是「说说」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2591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页面读取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快照、正文、HTML、页面源码、表格提取 —— 5 个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59736"/>
            <a:ext cx="10725912" cy="58521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51176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5511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交互操作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551176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点击、输入、下拉选择、滚动、复制 —— 5 个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73552"/>
            <a:ext cx="1072591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364992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649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内容改写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364992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改写文字、改写 HTML、写入属性 —— 3 个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087368"/>
            <a:ext cx="10725912" cy="58521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78808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1788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页面净化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178808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移除元素、隐藏元素、整页替换翻译 —— 3 个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901184"/>
            <a:ext cx="10725912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992624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9926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资源与下载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4992624"/>
            <a:ext cx="6702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提取文本、探测媒体、下载媒体、新标签打开 —— 4 个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每一步，都由你点头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88636" cy="731520"/>
          </a:xfrm>
          <a:prstGeom prst="roundRect">
            <a:avLst>
              <a:gd name="adj" fmla="val 7500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5088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逐步确认（默认）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5399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每个动作先预览、再执行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危险动作永远强确认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 / 提交 / 密码单独拦截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随时中止，页面不留痕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只作用于当前标签页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所有动作记入本地运行日志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68796" y="1737360"/>
            <a:ext cx="5088636" cy="731520"/>
          </a:xfrm>
          <a:prstGeom prst="roundRect">
            <a:avLst>
              <a:gd name="adj" fmla="val 7500"/>
            </a:avLst>
          </a:prstGeom>
          <a:solidFill>
            <a:srgbClr val="6E6E6E"/>
          </a:solidFill>
          <a:ln/>
        </p:spPr>
      </p:sp>
      <p:sp>
        <p:nvSpPr>
          <p:cNvPr id="8" name="Text 6"/>
          <p:cNvSpPr/>
          <p:nvPr/>
        </p:nvSpPr>
        <p:spPr>
          <a:xfrm>
            <a:off x="6368796" y="1737360"/>
            <a:ext cx="5088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任务模式（可选）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3116" y="2651760"/>
            <a:ext cx="45399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批准并自动执行，减少打断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多步任务一次授权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边界由白名单兜底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危险动作依然强确认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适合批量填表、连续翻页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随时可叫停，退回逐步确认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自动化与可控性，从来不是二选一。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技能商店：装一个技能，多一种用法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网页总结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把长文压成三句话，先看结论，再决定要不要读下去。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28744" y="164592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7344" y="18745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 AI 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57344" y="242316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把机器腔改回人话，删掉那些套话，发出去前先过一遍。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5968" y="164592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4568" y="18745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整页翻译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4568" y="242316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直接把页面文字替换为译文，刷新即恢复原样，不留痕。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80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论文精读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02920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拆结构、提方法、找局限，站在审稿人的角度先读一遍。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28744" y="425196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344" y="4480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财报解读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57344" y="502920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从表格里读出趋势与异常，而不是把数字原样抄一遍。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5968" y="425196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4568" y="4480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去除广告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4568" y="502920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把广告和弹窗从页面上拿掉，只留下你真正要读的内容。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还有一些，用过就回不去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71516" y="3017520"/>
            <a:ext cx="1645920" cy="1645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5271516" y="30175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读懂当前页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1463040"/>
            <a:ext cx="0" cy="237744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7196" y="10058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088636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整页翻译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4476" y="3105811"/>
            <a:ext cx="2261080" cy="734669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58276" y="2648611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349716" y="2740051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媒体下载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4476" y="3840480"/>
            <a:ext cx="1397424" cy="1923389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4620" y="530666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86060" y="5398109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97052" y="3840480"/>
            <a:ext cx="1397424" cy="1923389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9772" y="530666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691212" y="5398109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本地历史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33396" y="3105811"/>
            <a:ext cx="2261080" cy="734669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6116" y="2648611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2827556" y="2740051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选区即问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914400"/>
            <a:ext cx="3502152" cy="3657600"/>
          </a:xfrm>
          <a:prstGeom prst="ellipse">
            <a:avLst/>
          </a:prstGeom>
          <a:solidFill>
            <a:srgbClr val="6E6E6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凭什么不一样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同样问一句，数据去了哪里？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88636" cy="731520"/>
          </a:xfrm>
          <a:prstGeom prst="roundRect">
            <a:avLst>
              <a:gd name="adj" fmla="val 7500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5088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常见的云端网页助手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5399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页面内容必须先上传到厂商服务器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账号体系绑定，用量与留存不透明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由厂商统一代管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数据是否留作训练由对方决定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想换模型，通常得换一个产品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68796" y="1737360"/>
            <a:ext cx="5088636" cy="731520"/>
          </a:xfrm>
          <a:prstGeom prst="roundRect">
            <a:avLst>
              <a:gd name="adj" fmla="val 7500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6368796" y="1737360"/>
            <a:ext cx="50886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执要 Agent（本地直连）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43116" y="2651760"/>
            <a:ext cx="45399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页面内容只发往你自己配置的模型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无账号、无埋点、无遥测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只存在本机浏览器里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对话与页面数据不上传任何服务器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换模型只需改一行配置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67044" y="1737360"/>
            <a:ext cx="54864" cy="4206240"/>
          </a:xfrm>
          <a:prstGeom prst="rect">
            <a:avLst/>
          </a:prstGeom>
          <a:solidFill>
            <a:srgbClr val="6E6E6E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四个数字，说明它的取舍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338578" cy="2743200"/>
          </a:xfrm>
          <a:prstGeom prst="roundRect">
            <a:avLst>
              <a:gd name="adj" fmla="val 3910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338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338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7298" y="2011680"/>
            <a:ext cx="2338578" cy="2743200"/>
          </a:xfrm>
          <a:prstGeom prst="roundRect">
            <a:avLst>
              <a:gd name="adj" fmla="val 3910"/>
            </a:avLst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3527298" y="2377440"/>
            <a:ext cx="2338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527298" y="3749040"/>
            <a:ext cx="2338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白名单工具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3076" y="2011680"/>
            <a:ext cx="2338578" cy="2743200"/>
          </a:xfrm>
          <a:prstGeom prst="roundRect">
            <a:avLst>
              <a:gd name="adj" fmla="val 3910"/>
            </a:avLst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2377440"/>
            <a:ext cx="2338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323076" y="3749040"/>
            <a:ext cx="2338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内置技能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18854" y="2011680"/>
            <a:ext cx="2338578" cy="2743200"/>
          </a:xfrm>
          <a:prstGeom prst="roundRect">
            <a:avLst>
              <a:gd name="adj" fmla="val 3910"/>
            </a:avLst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9118854" y="2377440"/>
            <a:ext cx="2338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118854" y="3749040"/>
            <a:ext cx="2338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工程实现：把边界写进架构里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25912" cy="78867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39087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3908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292608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WXT 0.21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6702552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现代浏览器扩展框架，一份配置直出 Manifest V3 产物，构建链路干净。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63190"/>
            <a:ext cx="1072591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6357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635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754630"/>
            <a:ext cx="292608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754630"/>
            <a:ext cx="6702552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侧边栏界面用 React 18 + TypeScript 编写，核心逻辑全程类型约束。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80460"/>
            <a:ext cx="10725912" cy="78867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73627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736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71900"/>
            <a:ext cx="292608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771900"/>
            <a:ext cx="6702552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工具参数与后台消息协议全部用 zod 做运行时校验，非法输入进不来。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697730"/>
            <a:ext cx="1072591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890897"/>
            <a:ext cx="402336" cy="402336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9089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789170"/>
            <a:ext cx="292608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按需注入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789170"/>
            <a:ext cx="6702552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不注册常驻内容脚本，仅在用户操作时注入页面读取与执行脚本。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200400" cy="3200400"/>
          </a:xfrm>
          <a:prstGeom prst="ellipse">
            <a:avLst/>
          </a:prstGeom>
          <a:solidFill>
            <a:srgbClr val="6E6E6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0" b="1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放进浏览器，不是多开一个标签页，而是让它看见你看见的东西。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0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执要 Agent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侧边栏里的网页 AI 助手，打开面板即读懂当前页。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28744" y="164592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7344" y="18745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能做什么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57344" y="242316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对话、操作页面、技能商店、整页翻译、媒体下载、定时任务。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5968" y="164592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4568" y="18745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怎么放心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54568" y="242316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默认逐步确认，危险动作永远强确认，白名单兜底。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480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数据去哪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02920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只发给你自己配置的模型，Key 与记录只存本机。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28744" y="425196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344" y="4480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57344" y="502920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edge://extensions 加载 .output/edge-mv3，无需账号。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5968" y="4251960"/>
            <a:ext cx="33314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4568" y="448056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4568" y="5029200"/>
            <a:ext cx="28742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自带任意 OpenAI 兼容 API Key，填上即可开始。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3657600" cy="2286000"/>
          </a:xfrm>
          <a:prstGeom prst="ellipse">
            <a:avLst/>
          </a:prstGeom>
          <a:solidFill>
            <a:srgbClr val="6E6E6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108960"/>
            <a:ext cx="85313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执要 Agent（Zhiyao Agent）· 圣人执要，四方来效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/ 定制：3538982885@qq.com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2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· 无埋点 · 无遥测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2026-09-10T15:32:59Z</dcterms:created>
  <dcterms:modified xsi:type="dcterms:W3CDTF">2026-09-10T15:32:59Z</dcterms:modified>
</cp:coreProperties>
</file>